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1D507-4CAA-4447-A1FB-B7A50F9C6CAA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9EB15-F458-4A57-A79C-8526271421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8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54FDC-9EB4-4990-AAF2-5B2F2E078D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41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7867F-15C4-684F-DAB1-E605270CF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3DF4D9-38EE-8172-7688-55A6DFB9E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107944-DE01-B993-108F-AA6EEA80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A66B2-20A7-7781-9DA9-C3444589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A0BE4-2C96-7F58-711D-543157A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70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C1731-1B1C-780F-E183-9F1D615C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B5E10-98AC-D6E4-5B73-65ACFDFC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54CCA-B0F7-965E-10AC-28000668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F436C-D0BB-0727-4778-028CC6DE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3608E-2549-A6A7-B22A-3D358660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36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15404-6351-94F3-384A-4E59AF4B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B603F1-4A61-C896-F901-922C9C70E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56501-DA09-0847-DB97-E28B2426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8D3A7-3E12-6A1C-6808-77CE111E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36BAB0-5EF3-1F9D-1BFD-6697B1E2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30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FFF27-F1AC-71FE-C08F-9A9F3BA2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BB5906-68CF-AD33-359D-EBD33FAF9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E25432-F2C2-477A-C51D-21DCF2C8E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9D2592-DE54-A69C-DAD9-5A2292BD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D1B60-15F8-8206-56D6-3A3BF981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FC66B-9EED-1008-D1E0-002E01D1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16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466F6-7DD5-3DC8-0904-D85B834E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B567-809A-5A33-AE0E-60645E81F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C66325-6028-F300-4496-C0140E8C2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E9AC3D-0365-69CD-F225-0F4841BC7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422279-87DB-37DF-D135-51F45A32E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B8D3C2-64F2-7681-933F-5A44925B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6B56F9-3D17-D7B7-A1DC-6FE744CE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E7AAFA-03F7-4940-7D90-70D2E74D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09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7A0B3-5CDA-3D8B-53D0-231A9F18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31B44-DB1E-0855-D072-1561255D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E26ADB-0E74-068C-7DB1-060CB990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4C493F-EFE5-4DEC-4EA7-6E34A96A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9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D947E4-8ABB-7976-ED1E-A60B938D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7D3037-3E6D-6F6C-1801-7420191E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3091E-35B3-BA76-B678-C2E703B6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10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AF69E-676A-08B8-1F82-9E6B7CDC0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D8C55-B406-58A7-ABCB-A6EC226EE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55395B-FF45-6494-9C21-EF90EA39E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8E1FFD-57BC-5123-16F0-582D16B3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CD8D59-92A2-2BBA-81D1-DB5DFD5C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1ED6C7-6C30-F3ED-E3A5-B85B352B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94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E6DA-248D-761A-EC34-04C6B648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A9E809-B9D7-B82B-FB0D-D0386AFDA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1298F8-07AB-80C8-2F19-7EDDF854A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060A2B-133E-6D41-AF75-0612002D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15177A-CA36-CFAE-2A5B-44E3D144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6D846-8C02-5587-63A9-0C2FF12D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524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1AF1A-EBEB-C774-9BF3-7FACE4C2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4F7127-6A9A-36B0-0102-B4A39052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23B33-4F5D-134C-A9F5-1335F352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B4361-BF56-D7EF-2083-689A984E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E1EBC-DA0D-448D-4ECA-98415B36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1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A19471-BBAB-525B-5311-A8A1793AD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E3F830-0764-B44B-30D3-972F0F96A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F9C34-55E0-B13C-C0B0-4582D53F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0F236-2B56-99A8-8E9C-6B7D61FE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C16BB-A6F2-2C0A-6C5E-A614DDEB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66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E789CD-16DD-9205-9F6D-25F6EC27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451F1-8C97-BC03-C68C-0DD149F0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A1677-75C0-4C8C-DD75-9A6F36BD8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61AFE-790E-402E-BC74-E0FA53AC841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04B60-73F5-F39A-D85F-C1161D624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C63A8-5A6B-840F-EB31-AB64E055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5F7E6-373F-4A13-ABF5-67A9FB627E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68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C90E9FD-D358-586E-8CF4-1C77EBDAE6DC}"/>
              </a:ext>
            </a:extLst>
          </p:cNvPr>
          <p:cNvSpPr txBox="1"/>
          <p:nvPr/>
        </p:nvSpPr>
        <p:spPr>
          <a:xfrm>
            <a:off x="450850" y="4884599"/>
            <a:ext cx="627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功能说明：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战棋</a:t>
            </a:r>
            <a:r>
              <a:rPr lang="en-US" altLang="zh-CN" dirty="0"/>
              <a:t>-</a:t>
            </a:r>
            <a:r>
              <a:rPr lang="zh-CN" altLang="en-US" dirty="0"/>
              <a:t>取经路，新增教学</a:t>
            </a:r>
            <a:r>
              <a:rPr lang="en-US" altLang="zh-CN" dirty="0"/>
              <a:t>/</a:t>
            </a:r>
            <a:r>
              <a:rPr lang="zh-CN" altLang="en-US" dirty="0"/>
              <a:t>挑战切换页签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阵营初始默认选择花果山，左侧阵营列表滑动切换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被选中的阵营在左侧列表中央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切换后右侧的对应流派改变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教学关的大圣固定为孙悟空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5DEAAF-B05B-2A97-2BDE-A89D4BADF757}"/>
              </a:ext>
            </a:extLst>
          </p:cNvPr>
          <p:cNvSpPr txBox="1"/>
          <p:nvPr/>
        </p:nvSpPr>
        <p:spPr>
          <a:xfrm>
            <a:off x="0" y="40340"/>
            <a:ext cx="627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战棋</a:t>
            </a:r>
            <a:r>
              <a:rPr lang="en-US" altLang="zh-CN" dirty="0"/>
              <a:t>——</a:t>
            </a:r>
            <a:r>
              <a:rPr lang="zh-CN" altLang="en-US" dirty="0"/>
              <a:t>取经路教学关入口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7A90DAB-CF5A-B8A0-5C08-4E7CFD13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373"/>
            <a:ext cx="6803983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3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1A9B-D491-998B-9B87-656A9D31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67CE049-92BB-B938-2CDA-A32A4602E8F9}"/>
              </a:ext>
            </a:extLst>
          </p:cNvPr>
          <p:cNvSpPr txBox="1"/>
          <p:nvPr/>
        </p:nvSpPr>
        <p:spPr>
          <a:xfrm>
            <a:off x="219075" y="1811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战棋</a:t>
            </a:r>
            <a:r>
              <a:rPr lang="en-US" altLang="zh-CN" sz="1800" dirty="0"/>
              <a:t>——</a:t>
            </a:r>
            <a:r>
              <a:rPr lang="zh-CN" altLang="en-US" sz="1800" dirty="0"/>
              <a:t>取经路教学关入口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6ECE59-4B46-4755-2F8D-4849CBB4B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760079"/>
            <a:ext cx="7748588" cy="433579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D528912-DF69-FF47-2F2D-7BBB56F7CAC4}"/>
              </a:ext>
            </a:extLst>
          </p:cNvPr>
          <p:cNvSpPr txBox="1"/>
          <p:nvPr/>
        </p:nvSpPr>
        <p:spPr>
          <a:xfrm>
            <a:off x="219075" y="5305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挑战页面功能基本不变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6892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宽屏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2026-07-14T08:28:19Z</dcterms:created>
  <dcterms:modified xsi:type="dcterms:W3CDTF">2026-07-14T08:28:55Z</dcterms:modified>
</cp:coreProperties>
</file>