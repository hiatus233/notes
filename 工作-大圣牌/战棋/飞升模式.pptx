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73517-B6BF-E621-4433-BB4B99E52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4EB1E1-A87E-EAF7-C89D-CD5910C81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687DF-C502-BA74-2BA0-A471B673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C05EA-EA04-9467-E7AB-B248C463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673F3-3DC6-0EFB-02C3-59D8D9AA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24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0076E-042D-E1FB-A2FC-03714843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038EC-FCFB-66D7-0540-F1488B9DB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FC90C1-0C6A-8647-4CE4-98B85B5B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D94CE-587A-86F9-6BF3-A9659447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92258-DFB4-15B0-1A74-BECCEEAF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7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D49DF-5606-EFF9-9513-061B0BCE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14D4C-6AF1-7452-BE26-2CF7D63D7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12ADB0-A39F-E6A8-CFD0-11879528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BA9E0B-D663-3FE4-62C3-2DADC0F2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99E863-BEC4-F529-D3D2-C0FAA6E8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F647F-2155-FB20-5A56-5B5A91BD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13B802-66F1-10EE-83EC-E0DBB661E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84FAA1-37BD-7EF1-E45C-27BDD3B37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98996A-5F6C-43F3-85FA-845A3A8C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8FA274-0512-AFA4-3EC6-B8E63029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3AA201-8AB4-CCC3-CCEB-4B94337C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86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7EA6F-D161-2DD9-B4F7-0FB1ECE3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85C0B7-A187-E44D-B21F-B74836A3B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1DA979-3822-204D-32C4-9ECB49088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BB3535-6024-056E-E0AC-1A891100B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7C0D36-2C7E-9B83-0836-31F5E715F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7E9B72-C879-A20B-6567-5AC02D52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33E82E-3DAD-D4B0-5168-8EDC0724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CC8222-B956-8049-1681-2280F331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704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63191-E0DA-EE0E-4444-B0766B39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470D80-4827-29DB-FAFB-A3CCF4E8F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8AEF81-F3B8-FCE8-7B0D-1E8EEAEB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7913A2-F836-B64C-7ED1-5AE2E80A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99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98B7AA-7580-AD77-9D8E-00C7225E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45C84B-54F9-4C4C-18A9-6C27D97B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A9C71B-907C-20B0-039D-A6902476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60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FE4A0-7E42-2E72-5B94-019C0A019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E35BE-F12F-A8CD-586D-FD92969EC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4D0C69-ED27-A82F-2480-386FB0039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E123B4-DB16-0163-591A-39BA83693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F0E614-081F-1188-E86D-33BCA62F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1F5835-E022-2524-A2AD-613F2616A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79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8A2FC-8C23-9788-A189-FC58DE9F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B6ED22-09DB-6A48-B0D9-0C605E010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C2D94F-C25C-B6D9-36C5-6B6E10A9B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769C85-EED3-40B2-5918-E8A7C474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5F3FAA-F877-C3BC-62B2-153C6C8A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43B43A-FCDB-E62C-FE0C-5B7F33D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413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2E89D-91F8-9311-0949-6B6994BD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FCFA55-D6EA-EBFA-8483-55F69C3A4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81B25F-4380-C122-F3CB-6F0A3457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D66C4-4A7D-BEE8-4AB3-5C395E75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00374B-58D0-8A34-5E5D-8F893413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21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11054D-2FBC-8130-F77F-A4D11020D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99CABC-3017-08A5-606C-6A324B656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610103-30B1-3A50-CDD7-769D9CBB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86458D-667C-CD8D-5C8C-C5068FC78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A3A3C-AB33-50FD-B90D-D5EB5099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55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B40892-66D9-A858-1C8D-A19D32B2A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A01514-4E37-2FB5-0627-18EC1380F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228E73-6BCC-8BF7-6063-12EC51942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729EA-1E6E-4B6E-BCE1-2CC45FC6F2A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E93558-BA7E-ED8A-05E9-7399C653A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91AE6-68B5-D3D2-CA44-DE217A5F4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092CE-E0AE-44AB-9472-BED7ECA72B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71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056F43F-9B2F-0A55-9D87-735E3340C7A0}"/>
              </a:ext>
            </a:extLst>
          </p:cNvPr>
          <p:cNvSpPr txBox="1"/>
          <p:nvPr/>
        </p:nvSpPr>
        <p:spPr>
          <a:xfrm>
            <a:off x="742950" y="209550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飞升模式</a:t>
            </a:r>
            <a:r>
              <a:rPr lang="en-US" altLang="zh-CN" dirty="0"/>
              <a:t>-</a:t>
            </a:r>
            <a:r>
              <a:rPr lang="zh-CN" altLang="en-US" dirty="0"/>
              <a:t>灵气</a:t>
            </a:r>
            <a:r>
              <a:rPr lang="en-US" altLang="zh-CN" dirty="0"/>
              <a:t>&amp;</a:t>
            </a:r>
            <a:r>
              <a:rPr lang="zh-CN" altLang="en-US" dirty="0"/>
              <a:t>技能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738086-FAA2-E34C-53FB-1E2EE7383715}"/>
              </a:ext>
            </a:extLst>
          </p:cNvPr>
          <p:cNvSpPr/>
          <p:nvPr/>
        </p:nvSpPr>
        <p:spPr>
          <a:xfrm>
            <a:off x="6455664" y="868680"/>
            <a:ext cx="5202936" cy="4809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每回合自动获取x点灵气，累积获取x点灵气后发现一个技能进行修炼，技能完成修炼需要消耗一定灵气，若灵气不够则技能进入待修炼队列之中</a:t>
            </a:r>
            <a:r>
              <a:rPr lang="zh-CN" altLang="zh-CN" b="1" dirty="0"/>
              <a:t>，修炼的顺序是按照发现技能的顺序，先发现的先修炼。</a:t>
            </a:r>
            <a:endParaRPr lang="zh-CN" altLang="zh-CN" dirty="0">
              <a:effectLst/>
            </a:endParaRP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00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99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翔匀 郑</dc:creator>
  <cp:lastModifiedBy>翔匀 郑</cp:lastModifiedBy>
  <cp:revision>2</cp:revision>
  <dcterms:created xsi:type="dcterms:W3CDTF">2026-09-11T02:40:01Z</dcterms:created>
  <dcterms:modified xsi:type="dcterms:W3CDTF">2026-09-11T02:53:29Z</dcterms:modified>
</cp:coreProperties>
</file>