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88DC92-78FB-0014-4C98-182F44A37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A1017E-413B-136D-43CA-EA4FF0B0D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F0C606-C6BE-203A-1DC5-ED26E07CA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86A4-6624-47D8-92AD-5A5B09980E81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21AF90-8778-E844-D18A-02FCF8F2F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65FD7D-0730-411E-1EAE-031255837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0721-3A7C-428A-820D-FF53A27E98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840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74091F-099A-227A-D634-761D6CD51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EC32C3-C211-BE88-20EE-A5B0F3539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A93F47-A23B-34AF-8E97-DF67594AD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86A4-6624-47D8-92AD-5A5B09980E81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3F5A57-38A3-CDCA-5FA7-ACA72F63D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26B31D-39D5-CE97-E8D4-8A5D99662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0721-3A7C-428A-820D-FF53A27E98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426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EBA7B5-2A06-E59F-FC02-E71639886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788077-D7D5-3E41-C07B-22660AE5D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D1C4DA-0201-1621-842D-CBE9A4158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86A4-6624-47D8-92AD-5A5B09980E81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43A3FA-C79F-DC8B-F06D-A96CDF77E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BCA103-AC97-83CB-516F-CFB7FE0E5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0721-3A7C-428A-820D-FF53A27E98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76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0D548D-A8EE-366B-E164-5946C2200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3EB235-DB25-708B-787C-A4949D0374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75652C-DE72-8AA6-5907-37C15428B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CD28A7-47BB-F027-F744-B1F293CF0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86A4-6624-47D8-92AD-5A5B09980E81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FE4D09-D75A-6336-F9FA-F32F4180D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72A98C-FFBA-B287-D296-9A3DEFAC9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0721-3A7C-428A-820D-FF53A27E98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838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F1C15C-0AC5-6952-25DE-3340EF6C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B5F5E4-74A6-33DF-A4D8-D658C03D9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77AD1C-4F65-5940-5878-0F6F45685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1F5A54B-67DF-FDA4-A967-55AF8F781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580CB04-FA8E-C94C-1120-5827400210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7E0779D-E5F8-C9FA-F556-D16458E31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86A4-6624-47D8-92AD-5A5B09980E81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C042AF9-E2D8-ACCF-C9D7-D6C108B3D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C47D3C-66F8-FBAB-F982-C44310602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0721-3A7C-428A-820D-FF53A27E98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ECF7A7-5C7F-E876-0ECF-A8A6506FB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F0DC4C-137F-3A6C-2DB1-E7DFB8A12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86A4-6624-47D8-92AD-5A5B09980E81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E92328-3191-8902-B964-1B9E445C3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5B6916-38FB-3ADB-D728-09B09A9C8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0721-3A7C-428A-820D-FF53A27E98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383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27ED74D-DDA0-A318-D80E-D208C50B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86A4-6624-47D8-92AD-5A5B09980E81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AB2CB64-158B-028D-96A0-2134B7FEA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A08A4C-7E93-A7F4-029E-49E008BF5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0721-3A7C-428A-820D-FF53A27E98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73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16274A-630A-4939-8DCA-845888E9A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CB54C-11FB-CD60-CE34-3A929A459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031D5A-9B85-02D5-F651-0BCE7BC73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9367D8-BE81-880B-3CB4-33C2709AC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86A4-6624-47D8-92AD-5A5B09980E81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C4745B-F6A2-F9B5-DFAC-4AE5B1481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12B86F-F963-EFCC-9540-9C4678C50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0721-3A7C-428A-820D-FF53A27E98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339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2C59C9-F789-EF5B-707C-8573F9841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EB6D77-4E4E-90FC-CDBB-E2FF4EC233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A09E29-0B74-77CF-5530-F3BF3B421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030AA1-4B60-94BC-3441-D49565DE0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86A4-6624-47D8-92AD-5A5B09980E81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6F4970-7393-73E3-BC32-48DFB4244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1A3563-8E43-70DE-5FE9-A2D366EF3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0721-3A7C-428A-820D-FF53A27E98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950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E44CD6-417E-7C0C-94A7-B66AB524E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9EE0CB-3587-3C6E-6331-B2214B8C6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53D186-4BF4-3734-B512-65F8049F4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86A4-6624-47D8-92AD-5A5B09980E81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1B7BB6-987B-F4D7-A7D3-62D58FE69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306510-358A-D402-B974-A5C8C6E76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0721-3A7C-428A-820D-FF53A27E98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650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E154997-8584-052D-0B7A-A871EEBBFA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F049F1-ABB6-FEF7-B5BB-BBABCE785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77B7F0-0E29-F478-4B4F-34E4B1A90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86A4-6624-47D8-92AD-5A5B09980E81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E74766-92EB-D5C9-14F1-153EF04BE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E4D2A4-AA30-D5C5-58E1-C3CF275C9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0721-3A7C-428A-820D-FF53A27E98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796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4B30D24-6ED6-4EF2-BEB2-3487954D4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DE9BAA-796A-5557-97FA-8803C2A75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A254BC-3849-0CEA-EDC7-FC13B44949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B86A4-6624-47D8-92AD-5A5B09980E81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0C5325-8617-0C70-3C62-6E3DDEBE83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796E1-4BF1-20C7-7660-F3A3898BE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90721-3A7C-428A-820D-FF53A27E98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82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87926AC-C020-37C7-BF8C-CF788B5148F0}"/>
              </a:ext>
            </a:extLst>
          </p:cNvPr>
          <p:cNvSpPr txBox="1"/>
          <p:nvPr/>
        </p:nvSpPr>
        <p:spPr>
          <a:xfrm>
            <a:off x="371475" y="32385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对局阵营显示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59DB74-CDEE-AF74-3785-87052FFEE95E}"/>
              </a:ext>
            </a:extLst>
          </p:cNvPr>
          <p:cNvSpPr txBox="1"/>
          <p:nvPr/>
        </p:nvSpPr>
        <p:spPr>
          <a:xfrm>
            <a:off x="6993093" y="329045"/>
            <a:ext cx="4547743" cy="20313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商店界面下添加势力显示按钮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鼠标点击</a:t>
            </a:r>
            <a:r>
              <a:rPr lang="en-US" altLang="zh-CN" dirty="0"/>
              <a:t>/</a:t>
            </a:r>
            <a:r>
              <a:rPr lang="zh-CN" altLang="en-US" dirty="0"/>
              <a:t>悬停一段时间后会弹出下面的</a:t>
            </a:r>
            <a:r>
              <a:rPr lang="en-US" altLang="zh-CN" dirty="0"/>
              <a:t>2</a:t>
            </a:r>
            <a:r>
              <a:rPr lang="zh-CN" altLang="en-US" dirty="0"/>
              <a:t>级面板，显示本局登场跟禁用的势力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移除设置界面中的势力显示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EF31796-CE63-47D5-489E-10565441DB11}"/>
              </a:ext>
            </a:extLst>
          </p:cNvPr>
          <p:cNvSpPr txBox="1"/>
          <p:nvPr/>
        </p:nvSpPr>
        <p:spPr>
          <a:xfrm>
            <a:off x="4032394" y="8336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0D6DECA-7B7A-C468-87A5-470A73585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833664"/>
            <a:ext cx="6510259" cy="366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75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72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13</cp:revision>
  <dcterms:created xsi:type="dcterms:W3CDTF">2026-08-15T05:27:41Z</dcterms:created>
  <dcterms:modified xsi:type="dcterms:W3CDTF">2026-08-19T07:05:58Z</dcterms:modified>
</cp:coreProperties>
</file>