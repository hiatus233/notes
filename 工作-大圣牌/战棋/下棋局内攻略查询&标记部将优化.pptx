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6:58:42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6:58:42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0964B-B4F3-49A3-B752-A7697CEBA9D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1E2BB-2DE5-414F-8D5A-F28325309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366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1E2BB-2DE5-414F-8D5A-F2832530913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505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D5BB-58C5-00DA-E73D-98B538E0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513190-2750-E63B-2591-1E2652B2E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C5E972-17EF-BB74-5B4E-82E68AE45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0DE74-FB11-8E17-DDC1-EBF5D1928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1E2BB-2DE5-414F-8D5A-F2832530913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91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08F0F-1567-D94A-DFFE-1DF32EB04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6048D0-6423-4442-2593-BEAB147C8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91D945-E184-B081-39CC-40EB0CAD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778AB-E2F4-420C-63E2-62886CB3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B16253-CB3E-A7D3-0FF8-385946F0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7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3FBE7-70FE-7247-1913-FEF9718D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6B4874-4BC6-8047-E2A4-2114E4707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F9FBB8-A7B7-AAD5-2225-BF280827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E4B648-0130-1804-1342-1F7365AF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B249F-5301-8E8A-0E44-369076E7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06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CD7EA-9B2D-8187-5A0B-3C7D569C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6B21E0-2D82-CF5B-0642-BEFD66F2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0BCFC-9DD9-F7A8-A93E-9A21EA655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957EE-ADA5-2D75-3571-310494BCE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560C1-1184-2F21-531A-520D26EB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49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F2816-95E3-60D4-9F6B-FA45C008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FA58EB-91D4-855F-7A20-FCC26307A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99CE17-362F-E9CA-C310-5887572DA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1711EE-769E-6C01-4F20-95E89764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33B24D-C002-4CB0-672A-CABC9C4F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EAE421-1FA9-4593-FF58-1F8372B3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735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23C7A-BC77-DE84-70E3-2CE28ABD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222D5F-3DAB-CE50-095A-7421CC2D3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EB1B4E-6466-D44B-5AE5-9C1E22D31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989F6D-00EF-549C-B642-E2DBD7C28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FB418B-637E-5421-4059-9D53BCBEB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FB7B45-34ED-3922-3C82-B20A3ABA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B08ADF-9612-4EB2-00B0-75474404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6CE0AD-6985-D1C9-0D22-EBC87E24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97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B0E37-4B54-9D39-F0AF-6D1577FA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8E8095-A10D-78F7-606B-46AB765F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0492E-3140-DB7E-19C6-295D34C3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75E1FA-635B-968C-3D1F-8AC69FDE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97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5AF024-7B8C-D5E2-7261-991DC750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DDA68A-2F52-C271-FEEC-C07CB5E0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7BE993-15C9-EE66-2012-F1C66ACC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90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7A8D4-E973-3878-5081-38619BF8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E865B-4721-364E-841C-576D481C6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6117A3-0493-3BB8-71F2-FA3F9C7B8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149443-8954-F064-D88F-FFB8EA47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42E2EF-E0C7-2C9D-7EB2-A795391E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615B4E-9811-C62C-76C1-37C29226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7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FB334-6033-2D2B-2D97-5B71BD68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67EA21-C0EC-116D-E022-E0942C724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436741-8830-08AF-9F38-EA7ECBD75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FEC30D-F9CA-0E63-8F7B-C99FC423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70C05D-45DA-D956-C90C-2CFF8B72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8511E9-6215-654B-E206-5D802A56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2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96EFC-079F-5BB6-4A76-A9A3DEE2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E9A726-2DAC-8963-030B-5FC40D586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045AC0-8F3D-7E51-AAA6-13AC9CF6C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FF66E-6B3E-E725-9E71-6D00B06A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2A6512-C5EF-3FB2-A007-027DB205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92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760F04-471A-CA78-20A9-C3A73202A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0E82D6-A209-36AC-82A6-6A78EA841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3FB18-19DB-A743-C72B-A060DD27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394DB-0F28-C9F4-E31D-1B88868E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E9DAD3-5B40-2BAA-60A6-20746A4C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61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FA5BAB-DE17-729C-FAD2-95EB9541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9B0DE2-D939-C07A-4515-4875CEBB3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E17E7-BDAE-99EA-C014-57F2A3DE9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98D5E-A4CC-480B-AEC2-6D649322635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864B5-C741-A048-3899-5A7BACA89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8B129-3293-9D45-211F-B8AA1A765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6488C-707B-4769-ACA3-8C6E2F077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1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2539231-7DBB-CFD4-E529-649B13301F3F}"/>
              </a:ext>
            </a:extLst>
          </p:cNvPr>
          <p:cNvSpPr txBox="1"/>
          <p:nvPr/>
        </p:nvSpPr>
        <p:spPr>
          <a:xfrm>
            <a:off x="118381" y="9525"/>
            <a:ext cx="358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下棋局内攻略查询</a:t>
            </a:r>
            <a:r>
              <a:rPr lang="en-US" altLang="zh-CN" dirty="0"/>
              <a:t>&amp;</a:t>
            </a:r>
            <a:r>
              <a:rPr lang="zh-CN" altLang="en-US" dirty="0"/>
              <a:t>标记部将优化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7A5E6B-F6DA-3B4C-7873-2FE1F4FD24FB}"/>
              </a:ext>
            </a:extLst>
          </p:cNvPr>
          <p:cNvSpPr txBox="1"/>
          <p:nvPr/>
        </p:nvSpPr>
        <p:spPr>
          <a:xfrm>
            <a:off x="4032394" y="8336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04AC97-A9B6-385D-1010-7A3676AB7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81" y="369332"/>
            <a:ext cx="5034394" cy="29523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CE89AA-B755-3A3D-BA48-C67CA75D6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439" y="426121"/>
            <a:ext cx="5062270" cy="28387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A8D3B66D-2466-9808-DB42-343776F0FA0E}"/>
                  </a:ext>
                </a:extLst>
              </p14:cNvPr>
              <p14:cNvContentPartPr/>
              <p14:nvPr/>
            </p14:nvContentPartPr>
            <p14:xfrm>
              <a:off x="9363240" y="2166624"/>
              <a:ext cx="360" cy="3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A8D3B66D-2466-9808-DB42-343776F0FA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57120" y="216050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3466438B-BB69-AF5C-7A24-5DBB6498B451}"/>
              </a:ext>
            </a:extLst>
          </p:cNvPr>
          <p:cNvSpPr txBox="1"/>
          <p:nvPr/>
        </p:nvSpPr>
        <p:spPr>
          <a:xfrm>
            <a:off x="2127190" y="65229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打开状态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CDCEB3E-10EF-72CC-2FAD-02867D7E20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06" y="3439783"/>
            <a:ext cx="5061069" cy="3139317"/>
          </a:xfrm>
          <a:prstGeom prst="rect">
            <a:avLst/>
          </a:prstGeom>
        </p:spPr>
      </p:pic>
      <p:sp>
        <p:nvSpPr>
          <p:cNvPr id="2" name="箭头: 右 1">
            <a:extLst>
              <a:ext uri="{FF2B5EF4-FFF2-40B4-BE49-F238E27FC236}">
                <a16:creationId xmlns:a16="http://schemas.microsoft.com/office/drawing/2014/main" id="{326F27B3-260B-CCDC-4226-018290C504F5}"/>
              </a:ext>
            </a:extLst>
          </p:cNvPr>
          <p:cNvSpPr/>
          <p:nvPr/>
        </p:nvSpPr>
        <p:spPr>
          <a:xfrm>
            <a:off x="5046552" y="16031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86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972D-D2C5-4621-9648-AE78D383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548C711-CA96-2AFD-C321-FBDD995AC87C}"/>
              </a:ext>
            </a:extLst>
          </p:cNvPr>
          <p:cNvSpPr txBox="1"/>
          <p:nvPr/>
        </p:nvSpPr>
        <p:spPr>
          <a:xfrm>
            <a:off x="118381" y="0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图鉴</a:t>
            </a:r>
            <a:r>
              <a:rPr lang="en-US" altLang="zh-CN" dirty="0"/>
              <a:t>&amp;</a:t>
            </a:r>
            <a:r>
              <a:rPr lang="zh-CN" altLang="en-US" dirty="0"/>
              <a:t>自定义部将添加筛选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27D1EA-8037-35AB-EBFA-AB70ADE6FA1B}"/>
              </a:ext>
            </a:extLst>
          </p:cNvPr>
          <p:cNvSpPr txBox="1"/>
          <p:nvPr/>
        </p:nvSpPr>
        <p:spPr>
          <a:xfrm>
            <a:off x="4032394" y="8336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D0563D-1D30-0253-F988-26DD40EF1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81" y="369332"/>
            <a:ext cx="5034394" cy="29523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10C9B6F-3D07-4DAC-16F0-2BE8CE310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439" y="426121"/>
            <a:ext cx="5062270" cy="28387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E6987E6D-7E8C-5260-2465-3C158AB5C221}"/>
                  </a:ext>
                </a:extLst>
              </p14:cNvPr>
              <p14:cNvContentPartPr/>
              <p14:nvPr/>
            </p14:nvContentPartPr>
            <p14:xfrm>
              <a:off x="9363240" y="2166624"/>
              <a:ext cx="360" cy="3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E6987E6D-7E8C-5260-2465-3C158AB5C2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57120" y="216050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EB4A6A42-B522-7E25-1056-A1C6E4297C7A}"/>
              </a:ext>
            </a:extLst>
          </p:cNvPr>
          <p:cNvSpPr txBox="1"/>
          <p:nvPr/>
        </p:nvSpPr>
        <p:spPr>
          <a:xfrm>
            <a:off x="2127190" y="65229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打开状态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B5C23B5-A011-D4C3-54FC-8C304848D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06" y="3439783"/>
            <a:ext cx="5061069" cy="3139317"/>
          </a:xfrm>
          <a:prstGeom prst="rect">
            <a:avLst/>
          </a:prstGeom>
        </p:spPr>
      </p:pic>
      <p:sp>
        <p:nvSpPr>
          <p:cNvPr id="2" name="箭头: 右 1">
            <a:extLst>
              <a:ext uri="{FF2B5EF4-FFF2-40B4-BE49-F238E27FC236}">
                <a16:creationId xmlns:a16="http://schemas.microsoft.com/office/drawing/2014/main" id="{E57E7E9A-D3F5-C3F8-6F05-573F0AF97364}"/>
              </a:ext>
            </a:extLst>
          </p:cNvPr>
          <p:cNvSpPr/>
          <p:nvPr/>
        </p:nvSpPr>
        <p:spPr>
          <a:xfrm>
            <a:off x="5046552" y="16031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106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37</Words>
  <Application>Microsoft Office PowerPoint</Application>
  <PresentationFormat>宽屏</PresentationFormat>
  <Paragraphs>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翔匀 郑</cp:lastModifiedBy>
  <cp:revision>30</cp:revision>
  <dcterms:created xsi:type="dcterms:W3CDTF">2026-08-13T05:59:19Z</dcterms:created>
  <dcterms:modified xsi:type="dcterms:W3CDTF">2026-09-07T13:50:48Z</dcterms:modified>
</cp:coreProperties>
</file>