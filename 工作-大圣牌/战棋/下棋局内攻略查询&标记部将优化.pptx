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5T06:58:42.1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30964B-B4F3-49A3-B752-A7697CEBA9DF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A1E2BB-2DE5-414F-8D5A-F2832530913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6366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1E2BB-2DE5-414F-8D5A-F2832530913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505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108F0F-1567-D94A-DFFE-1DF32EB04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F6048D0-6423-4442-2593-BEAB147C85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91D945-E184-B081-39CC-40EB0CAD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0778AB-E2F4-420C-63E2-62886CB3E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B16253-CB3E-A7D3-0FF8-385946F0B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4715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E3FBE7-70FE-7247-1913-FEF9718D3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C6B4874-4BC6-8047-E2A4-2114E4707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F9FBB8-A7B7-AAD5-2225-BF2808270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E4B648-0130-1804-1342-1F7365AFB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2B249F-5301-8E8A-0E44-369076E76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9066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CD7EA-9B2D-8187-5A0B-3C7D569C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36B21E0-2D82-CF5B-0642-BEFD66F29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E0BCFC-9DD9-F7A8-A93E-9A21EA655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957EE-ADA5-2D75-3571-310494BCE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1560C1-1184-2F21-531A-520D26EB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0496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DF2816-95E3-60D4-9F6B-FA45C008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FA58EB-91D4-855F-7A20-FCC26307AF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99CE17-362F-E9CA-C310-5887572DA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1711EE-769E-6C01-4F20-95E897645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33B24D-C002-4CB0-672A-CABC9C4FB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9EAE421-1FA9-4593-FF58-1F8372B32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73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823C7A-BC77-DE84-70E3-2CE28ABDC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D222D5F-3DAB-CE50-095A-7421CC2D3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AEB1B4E-6466-D44B-5AE5-9C1E22D31D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7989F6D-00EF-549C-B642-E2DBD7C28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DFB418B-637E-5421-4059-9D53BCBEB2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4FB7B45-34ED-3922-3C82-B20A3ABA1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B08ADF-9612-4EB2-00B0-75474404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76CE0AD-6985-D1C9-0D22-EBC87E2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397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6B0E37-4B54-9D39-F0AF-6D1577FAF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18E8095-A10D-78F7-606B-46AB765F6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800492E-3140-DB7E-19C6-295D34C30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575E1FA-635B-968C-3D1F-8AC69FDE9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9972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5AF024-7B8C-D5E2-7261-991DC7502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EDDA68A-2F52-C271-FEEC-C07CB5E03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7BE993-15C9-EE66-2012-F1C66ACC9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907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27A8D4-E973-3878-5081-38619BF88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6E865B-4721-364E-841C-576D481C6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6117A3-0493-3BB8-71F2-FA3F9C7B8B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149443-8954-F064-D88F-FFB8EA475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42E2EF-E0C7-2C9D-7EB2-A795391EF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3615B4E-9811-C62C-76C1-37C292266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7871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1FB334-6033-2D2B-2D97-5B71BD68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267EA21-C0EC-116D-E022-E0942C7245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E436741-8830-08AF-9F38-EA7ECBD75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FEC30D-F9CA-0E63-8F7B-C99FC423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70C05D-45DA-D956-C90C-2CFF8B720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8511E9-6215-654B-E206-5D802A565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025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396EFC-079F-5BB6-4A76-A9A3DEE29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FE9A726-2DAC-8963-030B-5FC40D586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045AC0-8F3D-7E51-AAA6-13AC9CF6C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9FF66E-6B3E-E725-9E71-6D00B06A3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2A6512-C5EF-3FB2-A007-027DB205B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4923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760F04-471A-CA78-20A9-C3A73202A3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E0E82D6-A209-36AC-82A6-6A78EA8417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23FB18-19DB-A743-C72B-A060DD27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B394DB-0F28-C9F4-E31D-1B88868E2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E9DAD3-5B40-2BAA-60A6-20746A4C3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2610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8FA5BAB-DE17-729C-FAD2-95EB9541C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9B0DE2-D939-C07A-4515-4875CEBB3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E17E7-BDAE-99EA-C014-57F2A3DE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298D5E-A4CC-480B-AEC2-6D649322635B}" type="datetimeFigureOut">
              <a:rPr lang="zh-CN" altLang="en-US" smtClean="0"/>
              <a:t>2026/8/19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64B5-C741-A048-3899-5A7BACA89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F68B129-3293-9D45-211F-B8AA1A7658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6488C-707B-4769-ACA3-8C6E2F077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8412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customXml" Target="../ink/ink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2539231-7DBB-CFD4-E529-649B13301F3F}"/>
              </a:ext>
            </a:extLst>
          </p:cNvPr>
          <p:cNvSpPr txBox="1"/>
          <p:nvPr/>
        </p:nvSpPr>
        <p:spPr>
          <a:xfrm>
            <a:off x="234315" y="0"/>
            <a:ext cx="3589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下棋局内攻略查询</a:t>
            </a:r>
            <a:r>
              <a:rPr lang="en-US" altLang="zh-CN" dirty="0"/>
              <a:t>&amp;</a:t>
            </a:r>
            <a:r>
              <a:rPr lang="zh-CN" altLang="en-US" dirty="0"/>
              <a:t>标记部将优化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9DFAF59-389F-C9D0-75B4-089193C46A49}"/>
              </a:ext>
            </a:extLst>
          </p:cNvPr>
          <p:cNvSpPr txBox="1"/>
          <p:nvPr/>
        </p:nvSpPr>
        <p:spPr>
          <a:xfrm>
            <a:off x="6123884" y="6003142"/>
            <a:ext cx="5665863" cy="3139321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局内攻略界面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1.</a:t>
            </a:r>
            <a:r>
              <a:rPr lang="zh-CN" altLang="en-US" dirty="0">
                <a:solidFill>
                  <a:schemeClr val="bg1"/>
                </a:solidFill>
              </a:rPr>
              <a:t>详情改名为阵容，取消全部按钮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2.</a:t>
            </a:r>
            <a:r>
              <a:rPr lang="zh-CN" altLang="en-US" dirty="0">
                <a:solidFill>
                  <a:schemeClr val="bg1"/>
                </a:solidFill>
              </a:rPr>
              <a:t>部将页的喜好</a:t>
            </a:r>
            <a:r>
              <a:rPr lang="en-US" altLang="zh-CN" dirty="0">
                <a:solidFill>
                  <a:schemeClr val="bg1"/>
                </a:solidFill>
              </a:rPr>
              <a:t>(</a:t>
            </a:r>
            <a:r>
              <a:rPr lang="zh-CN" altLang="en-US" dirty="0">
                <a:solidFill>
                  <a:schemeClr val="bg1"/>
                </a:solidFill>
              </a:rPr>
              <a:t>标记</a:t>
            </a:r>
            <a:r>
              <a:rPr lang="en-US" altLang="zh-CN" dirty="0">
                <a:solidFill>
                  <a:schemeClr val="bg1"/>
                </a:solidFill>
              </a:rPr>
              <a:t>)</a:t>
            </a:r>
            <a:r>
              <a:rPr lang="zh-CN" altLang="en-US" dirty="0">
                <a:solidFill>
                  <a:schemeClr val="bg1"/>
                </a:solidFill>
              </a:rPr>
              <a:t>功能在</a:t>
            </a:r>
            <a:r>
              <a:rPr lang="zh-CN" altLang="en-US" b="1" dirty="0">
                <a:solidFill>
                  <a:schemeClr val="bg1"/>
                </a:solidFill>
              </a:rPr>
              <a:t>打开状态</a:t>
            </a:r>
            <a:r>
              <a:rPr lang="zh-CN" altLang="en-US" dirty="0">
                <a:solidFill>
                  <a:schemeClr val="bg1"/>
                </a:solidFill>
              </a:rPr>
              <a:t>下支持选中标记，</a:t>
            </a:r>
            <a:r>
              <a:rPr lang="zh-CN" altLang="en-US" b="1" dirty="0">
                <a:solidFill>
                  <a:schemeClr val="bg1"/>
                </a:solidFill>
              </a:rPr>
              <a:t>关闭状态</a:t>
            </a:r>
            <a:r>
              <a:rPr lang="zh-CN" altLang="en-US" dirty="0">
                <a:solidFill>
                  <a:schemeClr val="bg1"/>
                </a:solidFill>
              </a:rPr>
              <a:t>下是点击查看详情，且关闭后全部原先的标记状态清空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3.</a:t>
            </a:r>
            <a:r>
              <a:rPr lang="zh-CN" altLang="en-US" dirty="0">
                <a:solidFill>
                  <a:schemeClr val="bg1"/>
                </a:solidFill>
              </a:rPr>
              <a:t>商店中受到标记的部将牌显示优化，在部将牌的头顶处放置一个</a:t>
            </a:r>
            <a:r>
              <a:rPr lang="en-US" altLang="zh-CN" dirty="0">
                <a:solidFill>
                  <a:schemeClr val="bg1"/>
                </a:solidFill>
              </a:rPr>
              <a:t>icon</a:t>
            </a:r>
            <a:r>
              <a:rPr lang="zh-CN" altLang="en-US" dirty="0">
                <a:solidFill>
                  <a:schemeClr val="bg1"/>
                </a:solidFill>
              </a:rPr>
              <a:t>标记表示这是你要的牌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4.</a:t>
            </a:r>
            <a:r>
              <a:rPr lang="zh-CN" altLang="en-US" dirty="0">
                <a:solidFill>
                  <a:schemeClr val="bg1"/>
                </a:solidFill>
              </a:rPr>
              <a:t>部将页面选中标记后在部将卡牌头顶页增加一个</a:t>
            </a:r>
            <a:r>
              <a:rPr lang="en-US" altLang="zh-CN" dirty="0">
                <a:solidFill>
                  <a:schemeClr val="bg1"/>
                </a:solidFill>
              </a:rPr>
              <a:t>icon</a:t>
            </a:r>
            <a:r>
              <a:rPr lang="zh-CN" altLang="en-US" dirty="0">
                <a:solidFill>
                  <a:schemeClr val="bg1"/>
                </a:solidFill>
              </a:rPr>
              <a:t>标记表示已标记状态</a:t>
            </a:r>
            <a:endParaRPr lang="en-US" altLang="zh-CN" dirty="0">
              <a:solidFill>
                <a:schemeClr val="bg1"/>
              </a:solidFill>
            </a:endParaRPr>
          </a:p>
          <a:p>
            <a:br>
              <a:rPr lang="en-US" altLang="zh-CN" dirty="0">
                <a:solidFill>
                  <a:schemeClr val="bg1"/>
                </a:solidFill>
              </a:rPr>
            </a:b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F7A5E6B-F6DA-3B4C-7873-2FE1F4FD24FB}"/>
              </a:ext>
            </a:extLst>
          </p:cNvPr>
          <p:cNvSpPr txBox="1"/>
          <p:nvPr/>
        </p:nvSpPr>
        <p:spPr>
          <a:xfrm>
            <a:off x="4032394" y="8336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804AC97-A9B6-385D-1010-7A3676AB7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81" y="369332"/>
            <a:ext cx="5034394" cy="29523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BCE89AA-B755-3A3D-BA48-C67CA75D6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439" y="426121"/>
            <a:ext cx="5062270" cy="283874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墨迹 12">
                <a:extLst>
                  <a:ext uri="{FF2B5EF4-FFF2-40B4-BE49-F238E27FC236}">
                    <a16:creationId xmlns:a16="http://schemas.microsoft.com/office/drawing/2014/main" id="{A8D3B66D-2466-9808-DB42-343776F0FA0E}"/>
                  </a:ext>
                </a:extLst>
              </p14:cNvPr>
              <p14:cNvContentPartPr/>
              <p14:nvPr/>
            </p14:nvContentPartPr>
            <p14:xfrm>
              <a:off x="9363240" y="2166624"/>
              <a:ext cx="360" cy="360"/>
            </p14:xfrm>
          </p:contentPart>
        </mc:Choice>
        <mc:Fallback xmlns="">
          <p:pic>
            <p:nvPicPr>
              <p:cNvPr id="13" name="墨迹 12">
                <a:extLst>
                  <a:ext uri="{FF2B5EF4-FFF2-40B4-BE49-F238E27FC236}">
                    <a16:creationId xmlns:a16="http://schemas.microsoft.com/office/drawing/2014/main" id="{A8D3B66D-2466-9808-DB42-343776F0FA0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357120" y="2160504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3466438B-BB69-AF5C-7A24-5DBB6498B451}"/>
              </a:ext>
            </a:extLst>
          </p:cNvPr>
          <p:cNvSpPr txBox="1"/>
          <p:nvPr/>
        </p:nvSpPr>
        <p:spPr>
          <a:xfrm>
            <a:off x="2127190" y="652291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打开状态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1CDCEB3E-10EF-72CC-2FAD-02867D7E20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06" y="3439783"/>
            <a:ext cx="5061069" cy="3139317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4B245B24-B38D-FE2F-C9FD-FE05877C80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5756" y="3429000"/>
            <a:ext cx="5786938" cy="2130721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B45224BA-0680-C001-1164-1F5266D5AC90}"/>
              </a:ext>
            </a:extLst>
          </p:cNvPr>
          <p:cNvSpPr txBox="1"/>
          <p:nvPr/>
        </p:nvSpPr>
        <p:spPr>
          <a:xfrm>
            <a:off x="7840066" y="5633810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局内</a:t>
            </a:r>
            <a:r>
              <a:rPr lang="en-US" altLang="zh-CN" dirty="0"/>
              <a:t>icon</a:t>
            </a:r>
            <a:r>
              <a:rPr lang="zh-CN" altLang="en-US" dirty="0"/>
              <a:t>标记</a:t>
            </a:r>
          </a:p>
        </p:txBody>
      </p:sp>
      <p:sp>
        <p:nvSpPr>
          <p:cNvPr id="2" name="箭头: 右 1">
            <a:extLst>
              <a:ext uri="{FF2B5EF4-FFF2-40B4-BE49-F238E27FC236}">
                <a16:creationId xmlns:a16="http://schemas.microsoft.com/office/drawing/2014/main" id="{326F27B3-260B-CCDC-4226-018290C504F5}"/>
              </a:ext>
            </a:extLst>
          </p:cNvPr>
          <p:cNvSpPr/>
          <p:nvPr/>
        </p:nvSpPr>
        <p:spPr>
          <a:xfrm>
            <a:off x="5046552" y="160317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5861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971</TotalTime>
  <Words>177</Words>
  <Application>Microsoft Office PowerPoint</Application>
  <PresentationFormat>宽屏</PresentationFormat>
  <Paragraphs>10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26</cp:revision>
  <dcterms:created xsi:type="dcterms:W3CDTF">2026-08-13T05:59:19Z</dcterms:created>
  <dcterms:modified xsi:type="dcterms:W3CDTF">2026-08-19T06:17:42Z</dcterms:modified>
</cp:coreProperties>
</file>