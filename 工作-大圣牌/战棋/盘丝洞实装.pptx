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5AEB15-8C29-F72F-5795-19F9A9DF4B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4BCC420-BE78-439F-8ED9-2F87BA82A5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E11AE7-BDFA-93A9-F901-1838C505B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640A0-6BF8-46C6-9D6E-D6021BA17471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907262-AE9C-8648-EA99-87C89725B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1DEA59-95C2-7E8E-E49C-3C2160C69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BF661-B570-4E76-8DD4-1F3DF0EAD2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0370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6C61DC-6435-3268-5BE6-28A45AA5F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A3AB41-F198-B572-5943-C3C226ACB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90381C-FAF3-FF1F-4931-B50D2B7A2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640A0-6BF8-46C6-9D6E-D6021BA17471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CD29DA-FFE4-AA4D-69D5-A1A167278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00D6EC-A4A7-6115-5510-D6C8BAAFE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BF661-B570-4E76-8DD4-1F3DF0EAD2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1190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31D46C-3EB2-8C3A-03C9-148C62812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2F5928-43D5-8E65-DD83-3453A8E3D0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1909B4-E8FF-D373-58F8-69A227AF5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640A0-6BF8-46C6-9D6E-D6021BA17471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968070-01E6-BEDE-DFBB-A190587CC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3E260F-B046-AA02-5A11-7A59A8F64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BF661-B570-4E76-8DD4-1F3DF0EAD2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7131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32E43F-24CD-91A7-69A6-FD2CF9734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9CC3F5-8580-C711-826D-16A184224D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C7A277A-EE06-5BDF-4E40-AB27401F8D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41A8F95-87EC-5F9D-F294-AF2919095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640A0-6BF8-46C6-9D6E-D6021BA17471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BD67F61-FA6A-6BFC-3D4F-BAD828411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9B595B-FC3F-5500-4D9B-83BD66006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BF661-B570-4E76-8DD4-1F3DF0EAD2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4568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6C95B4-1896-3EA0-B597-E1F49D706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7ECF61A-0B21-13CA-4BAE-A02080D0C6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375D512-5737-8743-2FDF-39BBC3C4B4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60280CA-C47A-CF93-CA34-E7FF316C7D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96E19DA-E2FF-8A58-9DFA-753EF5EAA5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3DD769F-00F0-CE9C-F0C9-006F89182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640A0-6BF8-46C6-9D6E-D6021BA17471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1CE070E-6D54-E0D0-D8B3-D948526B0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29B6B65-C594-7879-C96D-C6769671F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BF661-B570-4E76-8DD4-1F3DF0EAD2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6327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36AC41-6F63-D93B-73FD-1399BF3B9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C6E8515-182F-EEC0-86F8-9A86478B9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640A0-6BF8-46C6-9D6E-D6021BA17471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2528BD0-FDFF-D9B0-3238-0C03DA5B7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DCB2DCC-87AA-4BBA-F213-DA0D22057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BF661-B570-4E76-8DD4-1F3DF0EAD2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2783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DC77B09-90BE-1869-37CF-298EFC267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640A0-6BF8-46C6-9D6E-D6021BA17471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71BC278-8C3E-8A3F-A5AC-F727486CC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A8CAF6-CEB5-BECB-502A-574703CC0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BF661-B570-4E76-8DD4-1F3DF0EAD2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0571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0EA04E-F20D-1DDD-BC1A-0A84FC95F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1A712D-7E0E-C4E2-A144-C2EA27E60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B181CB3-1AA2-DFD5-559E-0F4539E72B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C11087-8C7A-B87F-9209-730979B12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640A0-6BF8-46C6-9D6E-D6021BA17471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7A08089-391D-7C85-B07F-C7425269D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942F7B-2683-9D12-FBB0-103D02882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BF661-B570-4E76-8DD4-1F3DF0EAD2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3432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F02DA9-3C0B-085E-08B2-4D2B8BFD3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3F7ECD4-BCA6-13A6-07C9-6F736E0A87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65D0797-A0CE-82D6-F25F-372A55E9E5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B6D5AAB-3234-8DB6-2039-F5A60B4F1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640A0-6BF8-46C6-9D6E-D6021BA17471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EEB788-AB96-F6FF-10B9-3C989EC6F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BFB7227-28C1-F01F-4821-DE1373EF4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BF661-B570-4E76-8DD4-1F3DF0EAD2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3674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5FB2F7-7E7D-15E2-36F9-29F5F34A1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D290CAA-7B3B-2E97-13C5-8058F837B3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7AE04F-498C-04E6-D1DB-9B757DA57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640A0-6BF8-46C6-9D6E-D6021BA17471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A498FC-508E-191D-DB60-15A54ADB6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3E36B3-9E85-4F3B-AE33-1F9594382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BF661-B570-4E76-8DD4-1F3DF0EAD2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3138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E25DCC3-0C21-3B3D-F863-0B3864D344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68B1915-1D07-004B-0026-6986054AA9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9AC9D6-350F-E3CB-268A-E1323A6FE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640A0-6BF8-46C6-9D6E-D6021BA17471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BC2EA0-49AC-1BAB-F887-8561439FE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4D9F6F-7C72-411F-F3E0-724231428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BF661-B570-4E76-8DD4-1F3DF0EAD2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5568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88D0D53-00FE-5F70-EDB9-C559FBC53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CBE817C-5F33-9C34-6CB5-2E72284C7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2B31F9-6924-2AF3-05B8-E957B4AE82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640A0-6BF8-46C6-9D6E-D6021BA17471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F0E241-D59E-5884-71DE-388812AAF9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08CC5C-C8F9-8B04-F406-24EC181DE4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CBF661-B570-4E76-8DD4-1F3DF0EAD2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0202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5346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1</cp:revision>
  <dcterms:created xsi:type="dcterms:W3CDTF">2026-08-13T06:34:54Z</dcterms:created>
  <dcterms:modified xsi:type="dcterms:W3CDTF">2026-08-13T06:35:56Z</dcterms:modified>
</cp:coreProperties>
</file>