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04C6F-B4A3-42CC-8F15-20A244921A7B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BFDE-E251-4E7F-9E7D-7368C2B2D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436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FCA6-9E1D-C932-99F4-F3F165BE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6E1DB5-7DE9-E681-C817-320FCDA46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4AFBF4-2333-51F9-8C54-B91BE6A14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77D0BD-E3A5-1A3B-8461-489AAA640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0BFDE-E251-4E7F-9E7D-7368C2B2DC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132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69952-E607-3427-EF9E-EBFAECABA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328163-DB44-DDD9-935F-C5DA0CF2F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C682D-6054-7C61-C370-2795DBB9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3B33D-8B4C-B489-F038-C1A82FC9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65B203-19EA-3832-B91B-218A6EA1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620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FFBA8-2368-F9B4-D34C-C1FC1B7D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E11A7-FB22-EA65-2AE6-5866DBD2A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B5D7B-49A6-73A9-1A23-FB8EE0CB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DB1C3F-3374-DBE2-6781-7E0E5E35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F3F0B-0003-F6BE-F901-49F33EBF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71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05E89-5F67-2C90-7F61-AE5762DB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56C279-EF73-356A-D211-EA8489D0E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4BF3D8-4CA7-21F7-4A8B-B55E12E4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CCDFF-A92B-0CDD-C593-3243B64B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3CB59-6511-C919-1D74-42EF084A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37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A6AFC-73E7-91C3-73E6-6BD0D445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F2533-6430-69FC-1084-500753D61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EFBF10-DD51-06A3-1325-E1CFE6426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2F6728-0E99-91E8-7364-61805806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9AA406-0111-5AC9-0DF2-BB907AF7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A563A8-ED9D-DBF1-3F23-D2D1F9A6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3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E4443-EC2A-B498-4162-C653DA26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164943-2DB1-F7AC-6607-178CC414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3B4C06-C951-B19B-ED15-E80B6F076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73F4CA-3D5B-FEC8-918F-63DF236AE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E263FF-4E2C-AEA8-A2F6-C5A79ABE5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01CB8F-CB5A-3135-C442-AE7B0BA4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0D3EC2-DB26-62D9-D6B3-4B3DB42C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CDD8E5-B776-AE4D-20B7-7A9FF562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41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F1E3A-D78D-3EA1-AE25-FDD1A0BA5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F44BD6-4DC8-F9DF-C267-14FAC415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C36DCE-A452-41F2-8480-594806F4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7D837F-EB73-22A9-5A6F-D61015A5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63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0C3512-66D0-1668-E976-9CB5D81D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50963A-B23F-0CD4-3C38-6C9C1A3D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E3B112-E92B-4352-FDD0-1FB6CE25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72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BE35F8-179A-0191-8C81-5C367EBC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E3BB3-119B-0AD8-7923-242C9491F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17BBA9-E18C-FC56-63E0-A520BD443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D1226A-D836-84F6-25AE-5E6837E4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4C8ACE-C83A-7E1E-7E83-063AB760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DBA8FE-B596-D67E-3CF3-6F5C3E6F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16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4A297-FC12-4C9A-9BBC-EC66294E7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EDE20E-FC02-DBAE-D3BC-8F450EB6A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BAC4C6-320E-D09B-B1DB-186D5A31D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F726C5-4E8B-F545-FA2B-5C8A5A68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C889E5-04ED-796C-6478-8997A7FFE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D7F1F1-FC5A-FDF7-5D07-64B09063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7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5879A-B018-D3A6-B6DD-A8D6526F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988437-2501-1621-2D24-DCD5F1A88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4A13A7-8551-0CED-6246-D15F11FE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A94D0-FEFD-4704-F338-4E43CEA6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C98635-78F8-C27A-F302-45CBD6B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26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4BA48C-83F7-13A4-CB81-F5E82C3B0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3474F8-6B5A-EA6E-C78F-69F277712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59C53-FDCF-7B45-9BD9-382B7E69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6B2257-DB12-C921-693C-56A70A3D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49548-AE6D-118B-3E91-6D7ACF5D5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88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E016D2-C6DD-5452-0AF5-7139311D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280368-8743-2034-0149-26C09C7D8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7D526-0231-E684-FA2C-0221531BC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4ECAA-9D5E-47A3-A796-C666F0FFBAFE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D442E-79F5-D9DB-6ECC-53202DC54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0CFB4D-63D0-C13A-3766-2AB3A13D7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77DD8-2446-47B5-B819-5723BC010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36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C427-CDC7-241F-E80F-85F67A2E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1A5948-748C-2F2A-E34B-F96BF92B4FDB}"/>
              </a:ext>
            </a:extLst>
          </p:cNvPr>
          <p:cNvSpPr txBox="1"/>
          <p:nvPr/>
        </p:nvSpPr>
        <p:spPr>
          <a:xfrm>
            <a:off x="201168" y="59088"/>
            <a:ext cx="32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称号系统</a:t>
            </a:r>
            <a:r>
              <a:rPr lang="en-US" altLang="zh-CN" dirty="0"/>
              <a:t>——</a:t>
            </a:r>
            <a:r>
              <a:rPr lang="zh-CN" altLang="en-US" dirty="0"/>
              <a:t>称号入口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83B9BC-7EF8-BF9D-8BF9-059277BDF29A}"/>
              </a:ext>
            </a:extLst>
          </p:cNvPr>
          <p:cNvSpPr txBox="1"/>
          <p:nvPr/>
        </p:nvSpPr>
        <p:spPr>
          <a:xfrm>
            <a:off x="201168" y="5095165"/>
            <a:ext cx="3820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头像</a:t>
            </a:r>
            <a:r>
              <a:rPr lang="en-US" altLang="zh-CN" dirty="0"/>
              <a:t>-</a:t>
            </a:r>
            <a:r>
              <a:rPr lang="zh-CN" altLang="en-US" dirty="0"/>
              <a:t>总览页添加称号显示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点击称号或头像框进入称号更换页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5B402E-9563-750D-E164-57DD44BFB93F}"/>
              </a:ext>
            </a:extLst>
          </p:cNvPr>
          <p:cNvSpPr txBox="1"/>
          <p:nvPr/>
        </p:nvSpPr>
        <p:spPr>
          <a:xfrm>
            <a:off x="5412084" y="0"/>
            <a:ext cx="32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称号系统</a:t>
            </a:r>
            <a:r>
              <a:rPr lang="en-US" altLang="zh-CN" dirty="0"/>
              <a:t>——</a:t>
            </a:r>
            <a:r>
              <a:rPr lang="zh-CN" altLang="en-US" dirty="0"/>
              <a:t>显示位置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7D2EC97-349C-62DD-577E-10EBFD348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79" y="2774290"/>
            <a:ext cx="3965266" cy="22195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4752D51-C508-E75E-1EA2-7EA9B738A2C5}"/>
              </a:ext>
            </a:extLst>
          </p:cNvPr>
          <p:cNvSpPr txBox="1"/>
          <p:nvPr/>
        </p:nvSpPr>
        <p:spPr>
          <a:xfrm>
            <a:off x="4992984" y="5479290"/>
            <a:ext cx="6619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排行榜</a:t>
            </a:r>
            <a:r>
              <a:rPr lang="en-US" altLang="zh-CN" dirty="0"/>
              <a:t>/</a:t>
            </a:r>
            <a:r>
              <a:rPr lang="zh-CN" altLang="en-US" dirty="0"/>
              <a:t>搜神记</a:t>
            </a:r>
            <a:r>
              <a:rPr lang="en-US" altLang="zh-CN" dirty="0"/>
              <a:t>/</a:t>
            </a:r>
            <a:r>
              <a:rPr lang="zh-CN" altLang="en-US" dirty="0"/>
              <a:t>切磋</a:t>
            </a:r>
            <a:r>
              <a:rPr lang="en-US" altLang="zh-CN" dirty="0"/>
              <a:t>/</a:t>
            </a:r>
            <a:r>
              <a:rPr lang="zh-CN" altLang="en-US" dirty="0"/>
              <a:t>下棋匹配进入</a:t>
            </a:r>
            <a:r>
              <a:rPr lang="en-US" altLang="zh-CN" dirty="0"/>
              <a:t>/</a:t>
            </a:r>
            <a:r>
              <a:rPr lang="zh-CN" altLang="en-US" dirty="0"/>
              <a:t>查看玩家信息</a:t>
            </a:r>
            <a:r>
              <a:rPr lang="en-US" altLang="zh-CN" dirty="0"/>
              <a:t>/</a:t>
            </a:r>
            <a:r>
              <a:rPr lang="zh-CN" altLang="en-US" dirty="0"/>
              <a:t>他人信息界面</a:t>
            </a:r>
            <a:br>
              <a:rPr lang="en-US" altLang="zh-CN" dirty="0"/>
            </a:br>
            <a:r>
              <a:rPr lang="zh-CN" altLang="en-US" dirty="0"/>
              <a:t>增加称号显示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741EEF-FECC-38BB-4FF1-10446F746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99" y="453415"/>
            <a:ext cx="4000835" cy="221959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4F04DEF-2F0E-9EB1-236D-CB2BB4B4B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505" y="369332"/>
            <a:ext cx="5914280" cy="499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88</Words>
  <Application>Microsoft Office PowerPoint</Application>
  <PresentationFormat>宽屏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翔匀 郑</dc:creator>
  <cp:lastModifiedBy>翔匀 郑</cp:lastModifiedBy>
  <cp:revision>41</cp:revision>
  <dcterms:created xsi:type="dcterms:W3CDTF">2026-09-05T11:55:06Z</dcterms:created>
  <dcterms:modified xsi:type="dcterms:W3CDTF">2026-09-21T10:23:01Z</dcterms:modified>
</cp:coreProperties>
</file>