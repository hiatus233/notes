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22250" y="737870"/>
            <a:ext cx="2461260" cy="6153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拖到</a:t>
            </a:r>
            <a:r>
              <a:rPr lang="zh-CN" altLang="en-US"/>
              <a:t>场上</a:t>
            </a:r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-635" y="1675130"/>
            <a:ext cx="2906395" cy="6153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卡牌使用播放消失</a:t>
            </a:r>
            <a:r>
              <a:rPr lang="zh-CN" altLang="en-US"/>
              <a:t>表现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4" idx="2"/>
          </p:cNvCxnSpPr>
          <p:nvPr>
            <p:custDataLst>
              <p:tags r:id="rId2"/>
            </p:custDataLst>
          </p:nvPr>
        </p:nvCxnSpPr>
        <p:spPr>
          <a:xfrm>
            <a:off x="1452880" y="1353185"/>
            <a:ext cx="635" cy="3219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0" y="2612390"/>
            <a:ext cx="2906395" cy="6153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玩家方向</a:t>
            </a:r>
            <a:r>
              <a:rPr lang="en-US" altLang="zh-CN"/>
              <a:t>-</a:t>
            </a:r>
            <a:r>
              <a:rPr lang="zh-CN" altLang="en-US"/>
              <a:t>从右到左逐个生成对应图标</a:t>
            </a:r>
            <a:r>
              <a:rPr lang="zh-CN" altLang="en-US"/>
              <a:t>特效</a:t>
            </a:r>
            <a:endParaRPr lang="zh-CN" altLang="en-US"/>
          </a:p>
        </p:txBody>
      </p:sp>
      <p:cxnSp>
        <p:nvCxnSpPr>
          <p:cNvPr id="8" name="直接箭头连接符 7"/>
          <p:cNvCxnSpPr/>
          <p:nvPr>
            <p:custDataLst>
              <p:tags r:id="rId4"/>
            </p:custDataLst>
          </p:nvPr>
        </p:nvCxnSpPr>
        <p:spPr>
          <a:xfrm>
            <a:off x="1452880" y="2290445"/>
            <a:ext cx="635" cy="3219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070860" y="2569210"/>
            <a:ext cx="2540000" cy="7010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自己：图标底</a:t>
            </a:r>
            <a:r>
              <a:rPr lang="en-US" altLang="zh-CN"/>
              <a:t>+</a:t>
            </a:r>
            <a:r>
              <a:rPr lang="zh-CN" altLang="en-US"/>
              <a:t>关键字</a:t>
            </a:r>
            <a:endParaRPr lang="zh-CN" altLang="en-US"/>
          </a:p>
          <a:p>
            <a:pPr algn="ctr"/>
            <a:r>
              <a:rPr lang="zh-CN" altLang="en-US"/>
              <a:t>对手：图标底</a:t>
            </a:r>
            <a:r>
              <a:rPr lang="en-US" altLang="zh-CN"/>
              <a:t>+“</a:t>
            </a:r>
            <a:r>
              <a:rPr lang="zh-CN" altLang="en-US"/>
              <a:t>？</a:t>
            </a:r>
            <a:r>
              <a:rPr lang="en-US" altLang="zh-CN"/>
              <a:t>”</a:t>
            </a:r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3070860" y="1674495"/>
            <a:ext cx="2230120" cy="6159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自己：卡面正面</a:t>
            </a:r>
            <a:endParaRPr lang="zh-CN" altLang="en-US"/>
          </a:p>
          <a:p>
            <a:pPr algn="ctr"/>
            <a:r>
              <a:rPr lang="zh-CN" altLang="en-US"/>
              <a:t>对手：卡面背面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5" idx="3"/>
            <a:endCxn id="13" idx="1"/>
          </p:cNvCxnSpPr>
          <p:nvPr>
            <p:custDataLst>
              <p:tags r:id="rId7"/>
            </p:custDataLst>
          </p:nvPr>
        </p:nvCxnSpPr>
        <p:spPr>
          <a:xfrm flipV="1">
            <a:off x="2905760" y="1982470"/>
            <a:ext cx="16510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7" idx="3"/>
            <a:endCxn id="12" idx="1"/>
          </p:cNvCxnSpPr>
          <p:nvPr>
            <p:custDataLst>
              <p:tags r:id="rId8"/>
            </p:custDataLst>
          </p:nvPr>
        </p:nvCxnSpPr>
        <p:spPr>
          <a:xfrm flipV="1">
            <a:off x="2906395" y="2919730"/>
            <a:ext cx="16446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-382270" y="4291330"/>
            <a:ext cx="2684780" cy="11360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鼠标放在自己的图标上：展开卡面查看卡</a:t>
            </a:r>
            <a:r>
              <a:rPr lang="zh-CN" altLang="en-US"/>
              <a:t>效果</a:t>
            </a:r>
            <a:endParaRPr lang="zh-CN" altLang="en-US"/>
          </a:p>
        </p:txBody>
      </p:sp>
      <p:cxnSp>
        <p:nvCxnSpPr>
          <p:cNvPr id="17" name="直接箭头连接符 16"/>
          <p:cNvCxnSpPr>
            <a:endCxn id="16" idx="0"/>
          </p:cNvCxnSpPr>
          <p:nvPr>
            <p:custDataLst>
              <p:tags r:id="rId10"/>
            </p:custDataLst>
          </p:nvPr>
        </p:nvCxnSpPr>
        <p:spPr>
          <a:xfrm flipH="1">
            <a:off x="960120" y="3227705"/>
            <a:ext cx="493395" cy="1063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7" idx="2"/>
            <a:endCxn id="19" idx="0"/>
          </p:cNvCxnSpPr>
          <p:nvPr>
            <p:custDataLst>
              <p:tags r:id="rId11"/>
            </p:custDataLst>
          </p:nvPr>
        </p:nvCxnSpPr>
        <p:spPr>
          <a:xfrm>
            <a:off x="1453515" y="3227705"/>
            <a:ext cx="2373630" cy="403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2484755" y="3630930"/>
            <a:ext cx="2684780" cy="30664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触发：</a:t>
            </a:r>
            <a:endParaRPr lang="zh-CN" altLang="en-US"/>
          </a:p>
          <a:p>
            <a:pPr algn="ctr"/>
            <a:r>
              <a:rPr lang="en-US" altLang="zh-CN"/>
              <a:t>1.</a:t>
            </a:r>
            <a:r>
              <a:rPr lang="zh-CN" altLang="en-US"/>
              <a:t>被触发的奥秘图标</a:t>
            </a:r>
            <a:r>
              <a:rPr lang="zh-CN" altLang="en-US"/>
              <a:t>爆开</a:t>
            </a:r>
            <a:endParaRPr lang="zh-CN" altLang="en-US"/>
          </a:p>
          <a:p>
            <a:pPr algn="ctr"/>
            <a:r>
              <a:rPr lang="zh-CN" altLang="en-US"/>
              <a:t>，同时出现奥秘触发</a:t>
            </a:r>
            <a:r>
              <a:rPr lang="zh-CN" altLang="en-US"/>
              <a:t>特效。</a:t>
            </a:r>
            <a:endParaRPr lang="zh-CN" altLang="en-US"/>
          </a:p>
          <a:p>
            <a:pPr algn="ctr"/>
            <a:r>
              <a:rPr lang="en-US" altLang="zh-CN"/>
              <a:t>2.</a:t>
            </a:r>
            <a:r>
              <a:rPr lang="zh-CN" altLang="en-US"/>
              <a:t>奥秘卡卡面放大拉出到屏幕左侧（对方在</a:t>
            </a:r>
            <a:r>
              <a:rPr lang="zh-CN" altLang="en-US"/>
              <a:t>右侧）</a:t>
            </a:r>
            <a:endParaRPr lang="zh-CN" altLang="en-US"/>
          </a:p>
          <a:p>
            <a:pPr algn="ctr"/>
            <a:r>
              <a:rPr lang="en-US" altLang="zh-CN"/>
              <a:t>3.</a:t>
            </a:r>
            <a:r>
              <a:rPr lang="zh-CN" altLang="en-US"/>
              <a:t>奥秘触发特效</a:t>
            </a:r>
            <a:r>
              <a:rPr lang="zh-CN" altLang="en-US"/>
              <a:t>消失，英雄头像位置发出技能。</a:t>
            </a:r>
            <a:endParaRPr lang="zh-CN" altLang="en-US"/>
          </a:p>
          <a:p>
            <a:pPr algn="ctr"/>
            <a:r>
              <a:rPr lang="en-US" altLang="zh-CN"/>
              <a:t>4.</a:t>
            </a:r>
            <a:r>
              <a:rPr lang="zh-CN" altLang="en-US"/>
              <a:t>左侧卡面</a:t>
            </a:r>
            <a:r>
              <a:rPr lang="zh-CN" altLang="en-US"/>
              <a:t>消失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13045" y="3630930"/>
            <a:ext cx="2506980" cy="147129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5740" y="5130165"/>
            <a:ext cx="2534285" cy="15290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63535" y="3630930"/>
            <a:ext cx="2371090" cy="149923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478145" y="3702050"/>
            <a:ext cx="534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  <a:endParaRPr lang="en-US" altLang="zh-CN" sz="32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78145" y="5182870"/>
            <a:ext cx="534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zh-CN" sz="32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081645" y="3702050"/>
            <a:ext cx="534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zh-CN" sz="32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75325" y="0"/>
            <a:ext cx="6203315" cy="3550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2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3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4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5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6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7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8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9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10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11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ags/tag12.xml><?xml version="1.0" encoding="utf-8"?>
<p:tagLst xmlns:p="http://schemas.openxmlformats.org/presentationml/2006/main">
  <p:tag name="KSO_WM_DIAGRAM_VIRTUALLY_FRAME" val="{&quot;height&quot;:147.6,&quot;left&quot;:2.6,&quot;top&quot;:76.55,&quot;width&quot;:228.8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</dc:creator>
  <cp:lastModifiedBy>ad</cp:lastModifiedBy>
  <cp:revision>3</cp:revision>
  <dcterms:created xsi:type="dcterms:W3CDTF">2023-08-09T12:44:00Z</dcterms:created>
  <dcterms:modified xsi:type="dcterms:W3CDTF">2025-08-06T02:56:09Z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3577C1B6728949E592EE5B668EF4FCFC_12</vt:lpwstr>
  </property>
</Properties>
</file>