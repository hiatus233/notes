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D5A1C-6FEC-4C96-8F39-8903A87CFDDA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54FDC-9EB4-4990-AAF2-5B2F2E078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28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54FDC-9EB4-4990-AAF2-5B2F2E078D0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418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E58B1-F7B6-EEB7-49D3-5F531C807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34EBD3-1D20-4B27-0AF9-CB7D8BBBD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B12BD6-8983-C482-B79A-F48690EF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68E44-F70C-47C6-ACF7-4E37F325485F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203965-1AB2-49AA-72D8-0F84445D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6C7AE7-25AA-E703-C1EC-942FA4864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BB3F-D48D-4DE9-90AF-0B583C9F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750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757BCA-E06D-A8F7-D158-DD631C02A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E3163-5495-936C-4670-110A8938F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42EE6-F609-21FE-C5FA-C112583FB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68E44-F70C-47C6-ACF7-4E37F325485F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381FF1-BB33-38A8-C752-3B57B62E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395857-7EA9-8B18-3F62-03B795AB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BB3F-D48D-4DE9-90AF-0B583C9F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171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59C5BA-8801-02B9-911E-0326BCF9A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3E615F-A589-AD75-60FC-555926048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2F881A-5B0F-3EC0-8660-9B1BC509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68E44-F70C-47C6-ACF7-4E37F325485F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66D306-BC6B-8C1D-033F-D3F4390E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C291F6-4850-4311-D684-80FBDED09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BB3F-D48D-4DE9-90AF-0B583C9F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325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F0871F-6B99-A0B7-235D-BA5AE5D0B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8EE8A2-011E-D087-FEA3-C58B6BD36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89DFB2-0A58-F7AF-56FD-E3ADD64A0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BECB39-6132-F6BA-6BC3-9A0C536A8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68E44-F70C-47C6-ACF7-4E37F325485F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2F4BBB-2AC9-F456-3E55-BA523A2D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EA6A4C-3E95-03AE-CD43-29CA694E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BB3F-D48D-4DE9-90AF-0B583C9F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565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F0135-4A1B-1804-A0DF-6762F8A26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5D9F46-DCC1-2FAA-4594-6A9D8E3A3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F44E7D-15B1-AE9B-5B47-DCF5EB35F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14D0E5-12E1-64A7-3148-B52893E479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6DBE82-2137-3372-8ADD-1145A7D9D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4B0B25-0AD0-ED98-95F8-7D4A9C74D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68E44-F70C-47C6-ACF7-4E37F325485F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6BE92A6-D36A-7CAB-7B17-6EEF94F5D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8DD1B5-0C56-802F-DA19-8444F0982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BB3F-D48D-4DE9-90AF-0B583C9F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060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7FC8A0-E801-26BE-8CF7-3926A7E6B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8B7268-7168-DD23-EAC3-37C3E6E7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68E44-F70C-47C6-ACF7-4E37F325485F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F3C774-D318-3889-EDF5-037881EE2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FA1B59-080D-DB2E-2433-B7AF317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BB3F-D48D-4DE9-90AF-0B583C9F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57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5E5F94-3C97-F207-1D5B-0A2119C32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68E44-F70C-47C6-ACF7-4E37F325485F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A0DF2C-97CA-834B-0A57-5EFBA374B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74571E-99D6-F1C4-C3E9-27C831064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BB3F-D48D-4DE9-90AF-0B583C9F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77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4251D-B2BC-7392-F6C5-DDC3F0F5D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DBED2A-1B61-C436-42A3-87858AA86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1402A6-4241-C1CF-AE23-391F22B3D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625761-70C9-E45D-1D23-BF6DEF25F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68E44-F70C-47C6-ACF7-4E37F325485F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60C3D0-DC82-B51C-2E12-49407B5EA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AC8882-4EA0-4C2C-72B7-FDA0B62E8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BB3F-D48D-4DE9-90AF-0B583C9F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827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A7585-6FD6-5366-A0DC-6A3354B49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BE9A08-D023-DFC5-DCBB-21C2ADE2F8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19ED0C-B986-7516-46BD-321A39A7E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2B502D-BECB-960E-512E-E8BA6FF1D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68E44-F70C-47C6-ACF7-4E37F325485F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521AB6-B5B1-4B50-4253-ECD283AB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9D86D5-9F11-D34B-13C0-0E9AF928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BB3F-D48D-4DE9-90AF-0B583C9F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17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F0AB3-39C3-031B-26FF-646DEA32F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149DA5-6594-0F51-F3C1-496DBCEFA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73E1AA-4F5E-6996-B393-8E1745BF6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68E44-F70C-47C6-ACF7-4E37F325485F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418850-3475-F929-E678-6885BF58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418D32-4771-4DAD-49A5-893F7A84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BB3F-D48D-4DE9-90AF-0B583C9F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258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52B3AE-0BB3-665B-D9BD-0C1172B0A4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A2CA66-2705-8B9B-8863-A4FFAAC64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F2D37F-835A-3D54-7DF7-49A960AA9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68E44-F70C-47C6-ACF7-4E37F325485F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5526A8-48E4-C02E-3F23-5F41A2EB8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2A317F-86C3-A2FF-81FB-7821D2150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BB3F-D48D-4DE9-90AF-0B583C9F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13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546367F-4492-1344-264C-307A5846C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383FF8-4960-61BC-57C0-E0F36500D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00ED6F-3244-EB35-8E57-6BE222C1D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68E44-F70C-47C6-ACF7-4E37F325485F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78E559-D189-855A-9C4F-4842169AB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4DF605-A92B-5346-FCE8-C0AFB7FE9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4BB3F-D48D-4DE9-90AF-0B583C9F3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627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DC90E9FD-D358-586E-8CF4-1C77EBDAE6DC}"/>
              </a:ext>
            </a:extLst>
          </p:cNvPr>
          <p:cNvSpPr txBox="1"/>
          <p:nvPr/>
        </p:nvSpPr>
        <p:spPr>
          <a:xfrm>
            <a:off x="450850" y="4884599"/>
            <a:ext cx="6273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功能说明：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战棋</a:t>
            </a:r>
            <a:r>
              <a:rPr lang="en-US" altLang="zh-CN" dirty="0"/>
              <a:t>-</a:t>
            </a:r>
            <a:r>
              <a:rPr lang="zh-CN" altLang="en-US" dirty="0"/>
              <a:t>取经路，新增教学</a:t>
            </a:r>
            <a:r>
              <a:rPr lang="en-US" altLang="zh-CN" dirty="0"/>
              <a:t>/</a:t>
            </a:r>
            <a:r>
              <a:rPr lang="zh-CN" altLang="en-US" dirty="0"/>
              <a:t>挑战切换页签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阵营初始默认选择花果山，左侧阵营列表滑动切换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被选中的阵营在左侧列表中央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切换后右侧的对应流派改变</a:t>
            </a:r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教学关的大圣固定为孙悟空</a:t>
            </a:r>
            <a:endParaRPr lang="en-US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B5DEAAF-B05B-2A97-2BDE-A89D4BADF757}"/>
              </a:ext>
            </a:extLst>
          </p:cNvPr>
          <p:cNvSpPr txBox="1"/>
          <p:nvPr/>
        </p:nvSpPr>
        <p:spPr>
          <a:xfrm>
            <a:off x="0" y="40340"/>
            <a:ext cx="627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战棋</a:t>
            </a:r>
            <a:r>
              <a:rPr lang="en-US" altLang="zh-CN" dirty="0"/>
              <a:t>——</a:t>
            </a:r>
            <a:r>
              <a:rPr lang="zh-CN" altLang="en-US" dirty="0"/>
              <a:t>取经路教学关入口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7A90DAB-CF5A-B8A0-5C08-4E7CFD132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373"/>
            <a:ext cx="6803983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30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E1A9B-D491-998B-9B87-656A9D31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67CE049-92BB-B938-2CDA-A32A4602E8F9}"/>
              </a:ext>
            </a:extLst>
          </p:cNvPr>
          <p:cNvSpPr txBox="1"/>
          <p:nvPr/>
        </p:nvSpPr>
        <p:spPr>
          <a:xfrm>
            <a:off x="219075" y="1811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战棋</a:t>
            </a:r>
            <a:r>
              <a:rPr lang="en-US" altLang="zh-CN" sz="1800" dirty="0"/>
              <a:t>——</a:t>
            </a:r>
            <a:r>
              <a:rPr lang="zh-CN" altLang="en-US" sz="1800" dirty="0"/>
              <a:t>取经路教学关入口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66ECE59-4B46-4755-2F8D-4849CBB4B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" y="760079"/>
            <a:ext cx="7748588" cy="433579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D528912-DF69-FF47-2F2D-7BBB56F7CAC4}"/>
              </a:ext>
            </a:extLst>
          </p:cNvPr>
          <p:cNvSpPr txBox="1"/>
          <p:nvPr/>
        </p:nvSpPr>
        <p:spPr>
          <a:xfrm>
            <a:off x="219075" y="53054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挑战页面功能基本不变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368923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81</Words>
  <Application>Microsoft Office PowerPoint</Application>
  <PresentationFormat>宽屏</PresentationFormat>
  <Paragraphs>10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2</cp:revision>
  <dcterms:created xsi:type="dcterms:W3CDTF">2026-07-14T07:48:16Z</dcterms:created>
  <dcterms:modified xsi:type="dcterms:W3CDTF">2026-07-14T08:27:53Z</dcterms:modified>
</cp:coreProperties>
</file>