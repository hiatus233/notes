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677C30-A86C-DBCF-3440-03CC429A4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76121AD-1423-5124-6F8A-503C19599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6A85E6-5BDB-C876-F6DC-8FFCF99B3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039-3930-4324-8497-801781B9B40A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614EC0-B4A4-499D-3B34-8623206CA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CA4083-273A-BD06-9128-DFFA69DA6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3B21F-CE68-4C11-B711-827E8899B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819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9475BF-AAFE-23F8-4538-40637E53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517513-89C3-A8BA-4F7F-1DA601274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303738-A1D2-F2DF-744A-0E3C3A9CB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039-3930-4324-8497-801781B9B40A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982F9E-C3F8-0931-303F-168990436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E8088F-0B61-386B-EE08-B53F4FE97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3B21F-CE68-4C11-B711-827E8899B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355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68532A-867C-2A1B-897F-9B9CA1B02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C7391-779E-E953-5290-503389C72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A4D350-E477-237A-3FED-58A529C18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039-3930-4324-8497-801781B9B40A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EE62BA-E2DE-9BF9-D3BE-B67C65041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161476-4F8D-48E5-C75B-80F7D3F65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3B21F-CE68-4C11-B711-827E8899B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472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25DD4E-6369-D0D0-549A-921427455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815C0B-C694-2118-A56F-F7124209B9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ADE7E7-AC76-2E36-1D4D-02FD580B7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8DDAE4-0994-7C9B-7C88-D62372B34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039-3930-4324-8497-801781B9B40A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AE94A9-5B27-DE4A-994C-39E2A59E3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75FE2D-30B8-E8AB-CF61-827F9D448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3B21F-CE68-4C11-B711-827E8899B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741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7F5AD5-D490-5B32-ED59-D983891D2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4BB682-ECB2-B201-E915-A8507692D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FC19C9-3BA8-EC09-90FB-FB1117D7E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12E253-B593-D3C9-60E7-147107E374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E562C6B-ACC3-F765-A650-1C21EE6E8C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CEBF943-5A6E-6DCC-6BB8-53025CE26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039-3930-4324-8497-801781B9B40A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25BB7C4-CE01-BD84-A50B-792E5B523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0F6BC84-FC77-62EC-EE3F-FC93C7BE4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3B21F-CE68-4C11-B711-827E8899B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440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C2E13A-63E1-53AE-DB8B-31EDCC935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18A7A33-0CE9-4008-2A5D-FEAE31286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039-3930-4324-8497-801781B9B40A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078C15-6928-18D0-B02F-34CE72C61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3A1430-EBF2-2982-61E2-5A1A9933E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3B21F-CE68-4C11-B711-827E8899B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12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53CDFC5-E1F0-B8C0-E316-5FA71332F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039-3930-4324-8497-801781B9B40A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64FE5DA-B781-B058-C674-FCD594FBA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AC861A-00A1-7174-FFCC-DE847AD6B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3B21F-CE68-4C11-B711-827E8899B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354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4E288C-714E-C215-C66A-52AEA0117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D0921B-F2AB-F308-6DAC-4F0FEEE6C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C4D056-AE29-B25E-6869-19227F19E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5AD2D4-ED43-CE21-2602-907D8FFFD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039-3930-4324-8497-801781B9B40A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119CC2-8A03-9C11-C872-60083D79F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047AB1-5E10-D0FA-8E73-0C017E466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3B21F-CE68-4C11-B711-827E8899B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224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243F68-DCC0-3BFC-CC80-A99B956F1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B62BFDB-8CC5-AC9E-D7A6-C36FAAC4E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11AD22-55D2-F19E-890D-D63FF1B61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24C691-1131-BAE8-38C2-FDBC597DE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039-3930-4324-8497-801781B9B40A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BCED20-945A-0E6B-2153-EF9C958E7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9F4B81-BF58-BB60-CBBC-B65E4E17F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3B21F-CE68-4C11-B711-827E8899B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2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4A3EBF-8D4A-5810-7851-DFF75E404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9228DC-EDF4-9DEC-7AC2-B86D7E49FF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AFF54A-5835-7BC7-CDD2-E963F346E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039-3930-4324-8497-801781B9B40A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1B160F-0386-F8D2-1B4A-04FE6B5EF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D1A56F-2A21-5F31-539B-D81825FC6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3B21F-CE68-4C11-B711-827E8899B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653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AEC2D0-AD0C-0769-0BDF-441C44A804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BBC90DA-20A5-C597-BD00-BFD1CD6F46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AFEEB9-709D-FE7D-1826-FD616284F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3039-3930-4324-8497-801781B9B40A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6DCEDD-BB21-79D5-3787-F6D081ECD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DCC7B2-17F8-9456-245E-28A5D97BB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3B21F-CE68-4C11-B711-827E8899B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102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273707D-E521-49FD-A6FD-A2F6CD5E9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760AAE-0D04-8FAA-F567-FD94013DB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59A98A-C257-02FB-6C4E-F3625F2D70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C3039-3930-4324-8497-801781B9B40A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46EBBE-6319-4B76-1A30-10B27E875A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E1A2C9-8BF1-F8AB-413C-3126BC7CB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3B21F-CE68-4C11-B711-827E8899B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273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E7A5569-40B7-C3BB-9409-4EAAF8C806E5}"/>
              </a:ext>
            </a:extLst>
          </p:cNvPr>
          <p:cNvSpPr txBox="1"/>
          <p:nvPr/>
        </p:nvSpPr>
        <p:spPr>
          <a:xfrm>
            <a:off x="352425" y="24765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战鹰重做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621BB9D-A125-C006-D8DE-DAAEF941A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9" y="685800"/>
            <a:ext cx="6180234" cy="314325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51A149B-370D-C336-4AC1-75DB667995E1}"/>
              </a:ext>
            </a:extLst>
          </p:cNvPr>
          <p:cNvSpPr txBox="1"/>
          <p:nvPr/>
        </p:nvSpPr>
        <p:spPr>
          <a:xfrm>
            <a:off x="6613051" y="685800"/>
            <a:ext cx="537778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当左侧迦楼罗部将的飞行效果触发时，额外触发</a:t>
            </a:r>
            <a:r>
              <a:rPr lang="en-US" altLang="zh-CN" dirty="0"/>
              <a:t>1</a:t>
            </a:r>
            <a:r>
              <a:rPr lang="zh-CN" altLang="en-US" dirty="0"/>
              <a:t>次</a:t>
            </a:r>
            <a:br>
              <a:rPr lang="en-US" altLang="zh-CN" dirty="0"/>
            </a:br>
            <a:r>
              <a:rPr lang="zh-CN" altLang="en-US" dirty="0"/>
              <a:t>金色变为两侧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鼓舞：触发</a:t>
            </a:r>
            <a:r>
              <a:rPr lang="en-US" altLang="zh-CN" dirty="0"/>
              <a:t>1</a:t>
            </a:r>
            <a:r>
              <a:rPr lang="zh-CN" altLang="en-US" dirty="0"/>
              <a:t>次最右侧迦楼罗部将的飞行效果，金色触发</a:t>
            </a:r>
            <a:r>
              <a:rPr lang="en-US" altLang="zh-CN" dirty="0"/>
              <a:t>2</a:t>
            </a:r>
            <a:r>
              <a:rPr lang="zh-CN" altLang="en-US" dirty="0"/>
              <a:t>次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回合更始：若本部将在上回合战斗中存活，获得一张当前商店等级的广结仙友，金色获得</a:t>
            </a:r>
            <a:r>
              <a:rPr lang="en-US" altLang="zh-CN" dirty="0"/>
              <a:t>2</a:t>
            </a:r>
            <a:r>
              <a:rPr lang="zh-CN" altLang="en-US" dirty="0"/>
              <a:t>张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鼓舞：获得其将要攻击的部将生命值一半的攻击力，金色改为获得全部</a:t>
            </a:r>
            <a:endParaRPr lang="en-US" altLang="zh-CN" dirty="0"/>
          </a:p>
          <a:p>
            <a:r>
              <a:rPr lang="en-US" altLang="zh-CN" dirty="0"/>
              <a:t>5.</a:t>
            </a:r>
            <a:r>
              <a:rPr lang="zh-CN" altLang="en-US" dirty="0"/>
              <a:t>当你触发飞行效果时，使全体部将</a:t>
            </a:r>
            <a:r>
              <a:rPr lang="en-US" altLang="zh-CN" dirty="0"/>
              <a:t>+1/+1</a:t>
            </a:r>
          </a:p>
          <a:p>
            <a:r>
              <a:rPr lang="en-US" altLang="zh-CN" dirty="0"/>
              <a:t>6.</a:t>
            </a:r>
            <a:r>
              <a:rPr lang="zh-CN" altLang="en-US" dirty="0"/>
              <a:t>每当友方部将造成</a:t>
            </a:r>
            <a:r>
              <a:rPr lang="en-US" altLang="zh-CN" dirty="0"/>
              <a:t>x</a:t>
            </a:r>
            <a:r>
              <a:rPr lang="zh-CN" altLang="en-US" dirty="0"/>
              <a:t>次伤害，使当前商店升级所需金币</a:t>
            </a:r>
            <a:r>
              <a:rPr lang="en-US" altLang="zh-CN" dirty="0"/>
              <a:t>-1</a:t>
            </a:r>
          </a:p>
          <a:p>
            <a:r>
              <a:rPr lang="en-US" altLang="zh-CN" dirty="0"/>
              <a:t>7.</a:t>
            </a:r>
            <a:r>
              <a:rPr lang="zh-CN" altLang="en-US" dirty="0"/>
              <a:t>先手：本回合战斗必定先攻</a:t>
            </a:r>
            <a:endParaRPr lang="en-US" altLang="zh-CN" dirty="0"/>
          </a:p>
          <a:p>
            <a:r>
              <a:rPr lang="en-US" altLang="zh-CN" dirty="0"/>
              <a:t>8.</a:t>
            </a:r>
            <a:r>
              <a:rPr lang="zh-CN" altLang="en-US" dirty="0"/>
              <a:t>飞行</a:t>
            </a:r>
            <a:r>
              <a:rPr lang="en-US" altLang="zh-CN" dirty="0"/>
              <a:t>:</a:t>
            </a:r>
            <a:r>
              <a:rPr lang="zh-CN" altLang="en-US" dirty="0"/>
              <a:t>获得护盾</a:t>
            </a:r>
            <a:endParaRPr lang="en-US" altLang="zh-CN" dirty="0"/>
          </a:p>
          <a:p>
            <a:r>
              <a:rPr lang="en-US" altLang="zh-CN" dirty="0"/>
              <a:t>9.</a:t>
            </a:r>
            <a:r>
              <a:rPr lang="zh-CN" altLang="en-US" dirty="0"/>
              <a:t>当友方部将触发飞行时，战鹰获得</a:t>
            </a:r>
            <a:r>
              <a:rPr lang="en-US" altLang="zh-CN" dirty="0"/>
              <a:t>+2/+2</a:t>
            </a:r>
          </a:p>
          <a:p>
            <a:r>
              <a:rPr lang="en-US" altLang="zh-CN" dirty="0"/>
              <a:t>10.</a:t>
            </a:r>
            <a:r>
              <a:rPr lang="zh-CN" altLang="en-US" dirty="0"/>
              <a:t>先手：获得最近的</a:t>
            </a:r>
            <a:r>
              <a:rPr lang="en-US" altLang="zh-CN" dirty="0"/>
              <a:t>1</a:t>
            </a:r>
            <a:r>
              <a:rPr lang="zh-CN" altLang="en-US" dirty="0"/>
              <a:t>个敌方部将的攻击力，金色获得护盾</a:t>
            </a:r>
          </a:p>
        </p:txBody>
      </p:sp>
    </p:spTree>
    <p:extLst>
      <p:ext uri="{BB962C8B-B14F-4D97-AF65-F5344CB8AC3E}">
        <p14:creationId xmlns:p14="http://schemas.microsoft.com/office/powerpoint/2010/main" val="1564792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97C16-420D-6858-E0F4-8E0532E88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8AED272-420B-7872-49C3-58E274AC31D4}"/>
              </a:ext>
            </a:extLst>
          </p:cNvPr>
          <p:cNvSpPr txBox="1"/>
          <p:nvPr/>
        </p:nvSpPr>
        <p:spPr>
          <a:xfrm>
            <a:off x="352425" y="24765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新增部将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71D51C5-0CFF-5B9F-BC78-BA7BC9B247AF}"/>
              </a:ext>
            </a:extLst>
          </p:cNvPr>
          <p:cNvSpPr txBox="1"/>
          <p:nvPr/>
        </p:nvSpPr>
        <p:spPr>
          <a:xfrm>
            <a:off x="352425" y="762000"/>
            <a:ext cx="3010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效果：苦修</a:t>
            </a:r>
            <a:r>
              <a:rPr lang="en-US" altLang="zh-CN" dirty="0"/>
              <a:t>(x):</a:t>
            </a:r>
            <a:r>
              <a:rPr lang="zh-CN" altLang="en-US" dirty="0"/>
              <a:t>立刻发起攻击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8E57C62-7099-263D-D728-BFCC10FF1FC8}"/>
              </a:ext>
            </a:extLst>
          </p:cNvPr>
          <p:cNvSpPr txBox="1"/>
          <p:nvPr/>
        </p:nvSpPr>
        <p:spPr>
          <a:xfrm>
            <a:off x="352425" y="1276350"/>
            <a:ext cx="6405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金色效果：苦修</a:t>
            </a:r>
            <a:r>
              <a:rPr lang="en-US" altLang="zh-CN" sz="1800" dirty="0"/>
              <a:t>(x):</a:t>
            </a:r>
            <a:r>
              <a:rPr lang="zh-CN" altLang="en-US" sz="1800" dirty="0"/>
              <a:t>获得护盾并立刻发起攻击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96136EC-0A89-6472-F863-417361C05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65" y="1709690"/>
            <a:ext cx="6564088" cy="316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470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300</Words>
  <Application>Microsoft Office PowerPoint</Application>
  <PresentationFormat>宽屏</PresentationFormat>
  <Paragraphs>14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</cp:revision>
  <dcterms:created xsi:type="dcterms:W3CDTF">2026-08-05T10:55:09Z</dcterms:created>
  <dcterms:modified xsi:type="dcterms:W3CDTF">2026-08-08T08:50:42Z</dcterms:modified>
</cp:coreProperties>
</file>